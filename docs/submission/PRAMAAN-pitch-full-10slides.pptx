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three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projected mask; needs a light</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built and tested on synthetic data;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703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Not run on a device, a phone or a certified SBI device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one real experiment (does the flash cue separate a live face from a replay?),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Hindi drafted by machine, checked by the author.</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pitches: </a:t>
            </a:r>
            <a:r>
              <a:rPr sz="1500" b="0" i="0">
                <a:solidFill>
                  <a:srgbClr val="14202E"/>
                </a:solidFill>
                <a:latin typeface="Calibri"/>
              </a:rPr>
              <a:t>4 accepted without the flash cue, 0 with it, 3 left to the challenge.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Fixed for operators and supervisors.</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The R-03 fix: </a:t>
            </a:r>
            <a:r>
              <a:rPr sz="1400" b="0" i="0">
                <a:solidFill>
                  <a:srgbClr val="14202E"/>
                </a:solidFill>
                <a:latin typeface="Calibri"/>
              </a:rPr>
              <a:t>an accept needs a vote from a cue the display cannot fake (flash or stereo), else a challenge. For residents it is built and safe for accessibility profiles but off by default: it would send every resident at a station without a light through a challenge,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