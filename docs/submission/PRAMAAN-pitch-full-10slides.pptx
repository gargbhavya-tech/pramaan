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Six hundred ninety four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projected mask; needs a light</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built and tested on synthetic data;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694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Not run on a device, a phone or a certified SBI device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one real experiment (does the flash cue separate a live face from a replay?),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Machine-drafted Hindi.</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pitches: </a:t>
            </a:r>
            <a:r>
              <a:rPr sz="1500" b="0" i="0">
                <a:solidFill>
                  <a:srgbClr val="14202E"/>
                </a:solidFill>
                <a:latin typeface="Calibri"/>
              </a:rPr>
              <a:t>4 accepted without the flash cue, 0 with it, 3 left to the challenge.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Not applied to residents: it would raise false rejections at stations without a light,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