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ninety four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694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Not applied to residents: it would raise false rejections at stations without a light,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