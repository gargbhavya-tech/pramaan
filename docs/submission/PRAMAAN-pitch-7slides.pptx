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eighty six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did not turn on the proposed fix.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686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Logged, fix proposed, not enabled.</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