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eighteen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718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(SYNTHETIC simulation): </a:t>
            </a:r>
            <a:r>
              <a:rPr sz="1400" b="0" i="0">
                <a:solidFill>
                  <a:srgbClr val="14202E"/>
                </a:solidFill>
                <a:latin typeface="Calibri"/>
              </a:rPr>
              <a:t>4 of 85 simulated pitches accepted without a flash cue, 0 with one (SYNTHETIC data, not a measured field rate).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