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thirty-eight automated tests pass; on a fresh clone twenty skip because the face models are not in the repository. We have not measured an error rate on real attacks because no real corpus exists. Individual pipeline stages and live camera runs have been timed on a real phone (41 of 41 faces found, 350 ms median), while an end-to-end full session on certified hardware remains as future work. The desktop app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738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certified SBI device (individual stages and live camera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(SYNTHETIC simulation): </a:t>
            </a:r>
            <a:r>
              <a:rPr sz="1400" b="0" i="0">
                <a:solidFill>
                  <a:srgbClr val="14202E"/>
                </a:solidFill>
                <a:latin typeface="Calibri"/>
              </a:rPr>
              <a:t>4 of 85 simulated pitches accepted without a flash cue, 0 with one (SYNTHETIC data, not a measured field rate).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