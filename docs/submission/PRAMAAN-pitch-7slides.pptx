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Six hundred ninety four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projected mask; needs a light</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built and tested on synthetic data;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694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Not run on a device, a phone or a certified SBI device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one real experiment (does the flash cue separate a live face from a replay?),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